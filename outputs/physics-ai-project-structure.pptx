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290e260a674a25" /><Relationship Type="http://schemas.openxmlformats.org/officeDocument/2006/relationships/extended-properties" Target="/docProps/app.xml" Id="R86fb2cab26314e85" /><Relationship Type="http://schemas.openxmlformats.org/officeDocument/2006/relationships/officeDocument" Target="/ppt/presentation.xml" Id="R325c9e00d36948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3b0fd1d5cf4b05"/>
  </p:sldMasterIdLst>
  <p:notesMasterIdLst>
    <p:notesMasterId xmlns:r="http://schemas.openxmlformats.org/officeDocument/2006/relationships" r:id="Rbf78cefe36db4025"/>
  </p:notesMasterIdLst>
  <p:sldIdLst>
    <p:sldId xmlns:r="http://schemas.openxmlformats.org/officeDocument/2006/relationships" id="256" r:id="Rd146d503bddf4e1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b613a0a42a49b6" /><Relationship Type="http://schemas.openxmlformats.org/officeDocument/2006/relationships/slideMaster" Target="/ppt/slideMasters/slideMaster1.xml" Id="R7f3b0fd1d5cf4b05" /><Relationship Type="http://schemas.openxmlformats.org/officeDocument/2006/relationships/notesMaster" Target="/ppt/notesMasters/notesMaster1.xml" Id="Rbf78cefe36db4025" /><Relationship Type="http://schemas.openxmlformats.org/officeDocument/2006/relationships/presProps" Target="/ppt/presProps.xml" Id="R078eda981fcb4fce" /><Relationship Type="http://schemas.openxmlformats.org/officeDocument/2006/relationships/tableStyles" Target="/ppt/tableStyles.xml" Id="R1c41a171535f41eb" /><Relationship Type="http://schemas.openxmlformats.org/officeDocument/2006/relationships/slide" Target="/ppt/slides/slide1.xml" Id="Rd146d503bddf4e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5c8783eede43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87fecf12b04661" /><Relationship Type="http://schemas.openxmlformats.org/officeDocument/2006/relationships/notesMaster" Target="/ppt/notesMasters/notesMaster1.xml" Id="Rfccf500fe23043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b4f8fd0e324f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d4395b323d42ab" /><Relationship Type="http://schemas.openxmlformats.org/officeDocument/2006/relationships/slideLayout" Target="/ppt/slideLayouts/slideLayout1.xml" Id="R2c394ab026994f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394ab026994f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bee23418749bb" /><Relationship Type="http://schemas.openxmlformats.org/officeDocument/2006/relationships/notesSlide" Target="/ppt/notesSlides/notesSlide1.xml" Id="R8f96415fceee46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ADD959-6FF0-4BAA-82BE-7D3A8BAD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Current project structure: physics-ai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46F45-010A-4233-AA2B-5BE64BE6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FastAPI backend + vanilla JS frontend + JSON task base + OpenRouter LLM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7343A-866B-428B-AE1C-59E583C6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2571750" cy="31432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1906">
            <a:solidFill>
              <a:srgbClr val="9BC5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1D0E0-E9B7-4647-AEAF-C63F9849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4A7D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B4A7D"/>
                </a:solidFill>
                <a:latin typeface="Aptos Display"/>
                <a:ea typeface="Aptos Display"/>
                <a:cs typeface="Aptos Display"/>
              </a:rPr>
              <a:t>Frontend / static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4411A-5E4D-402E-BAB8-6518B776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22288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index.html</a:t>
            </a:r>
          </a:p>
          <a:p xmlns:a="http://schemas.openxmlformats.org/drawingml/2006/main">
            <a:pPr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state.js - single app state</a:t>
            </a:r>
          </a:p>
          <a:p xmlns:a="http://schemas.openxmlformats.org/drawingml/2006/main">
            <a:pPr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main.js - data loading</a:t>
            </a:r>
          </a:p>
          <a:p xmlns:a="http://schemas.openxmlformats.org/drawingml/2006/main">
            <a:pPr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tasks.js - task picker</a:t>
            </a:r>
          </a:p>
          <a:p xmlns:a="http://schemas.openxmlformats.org/drawingml/2006/main">
            <a:pPr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chat.js - /check requests</a:t>
            </a:r>
          </a:p>
          <a:p xmlns:a="http://schemas.openxmlformats.org/drawingml/2006/main">
            <a:pPr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ui.js - input and uploads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8FD3D-084D-46E5-8679-5E7B37C1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381125"/>
            <a:ext cx="2571750" cy="31432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EF7ED"/>
          </a:solidFill>
          <a:ln xmlns:a="http://schemas.openxmlformats.org/drawingml/2006/main" w="11906">
            <a:solidFill>
              <a:srgbClr val="A9D9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6BFBD7-95CA-4DBD-A4C3-FF52365D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240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653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66534"/>
                </a:solidFill>
                <a:latin typeface="Aptos Display"/>
                <a:ea typeface="Aptos Display"/>
                <a:cs typeface="Aptos Display"/>
              </a:rPr>
              <a:t>Backend API / app/api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2CC5F-D530-42E6-BD06-F7E37A3B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57375"/>
            <a:ext cx="22288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/ - serves the page</a:t>
            </a:r>
          </a:p>
          <a:p xmlns:a="http://schemas.openxmlformats.org/drawingml/2006/main">
            <a:pPr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/tasks - public task DTO, no answer</a:t>
            </a:r>
          </a:p>
          <a:p xmlns:a="http://schemas.openxmlformats.org/drawingml/2006/main">
            <a:pPr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/groups - class labels</a:t>
            </a:r>
          </a:p>
          <a:p xmlns:a="http://schemas.openxmlformats.org/drawingml/2006/main">
            <a:pPr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/check - send solution to LLM</a:t>
            </a:r>
          </a:p>
          <a:p xmlns:a="http://schemas.openxmlformats.org/drawingml/2006/main">
            <a:pPr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/task-media - task images and PDFs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3CF14-7ADD-4648-A5FC-132797F4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381125"/>
            <a:ext cx="2571750" cy="31432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1906">
            <a:solidFill>
              <a:srgbClr val="E8C87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9BE29-1A10-4BCD-828D-16713F7E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240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8A5A0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8A5A00"/>
                </a:solidFill>
                <a:latin typeface="Aptos Display"/>
                <a:ea typeface="Aptos Display"/>
                <a:cs typeface="Aptos Display"/>
              </a:rPr>
              <a:t>Services / app/services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C1F54B-E91D-459D-9292-FCB8C1C3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57375"/>
            <a:ext cx="22288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task_store.py</a:t>
            </a:r>
          </a:p>
          <a:p xmlns:a="http://schemas.openxmlformats.org/drawingml/2006/main">
            <a:pPr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loads JSON and builds public task DTO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media.py</a:t>
            </a:r>
          </a:p>
          <a:p xmlns:a="http://schemas.openxmlformats.org/drawingml/2006/main">
            <a:pPr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finds png/jpg/pdf and encodes images for LLM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2A1A5A-9F84-43CF-A6EF-1513BA8C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381125"/>
            <a:ext cx="1790700" cy="31432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906">
            <a:solidFill>
              <a:srgbClr val="C9B8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54B99-6D66-4A53-A5B3-E13AB5FF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5240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21B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5B21B6"/>
                </a:solidFill>
                <a:latin typeface="Aptos Display"/>
                <a:ea typeface="Aptos Display"/>
                <a:cs typeface="Aptos Display"/>
              </a:rPr>
              <a:t>Data &amp; LLM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F20CF-C402-4612-A7A9-7B1E532B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57375"/>
            <a:ext cx="14478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tasks/*.json</a:t>
            </a:r>
          </a:p>
          <a:p xmlns:a="http://schemas.openxmlformats.org/drawingml/2006/main">
            <a:pPr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class_id / chapter / topic / number</a:t>
            </a:r>
          </a:p>
          <a:p xmlns:a="http://schemas.openxmlformats.org/drawingml/2006/main">
            <a:pPr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problem is public</a:t>
            </a:r>
          </a:p>
          <a:p xmlns:a="http://schemas.openxmlformats.org/drawingml/2006/main">
            <a:pPr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answer stays backend-only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llm.py -&gt; OpenRouter</a:t>
            </a:r>
          </a:p>
          <a:p xmlns:a="http://schemas.openxmlformats.org/drawingml/2006/main">
            <a:pPr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config.py + .env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E40859-6E42-46B4-9B63-797E96CF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52750"/>
            <a:ext cx="552450" cy="0"/>
          </a:xfrm>
          <a:prstGeom xmlns:a="http://schemas.openxmlformats.org/drawingml/2006/main" prst="line">
            <a:avLst/>
          </a:prstGeom>
          <a:ln xmlns:a="http://schemas.openxmlformats.org/drawingml/2006/main" w="21908">
            <a:solidFill>
              <a:srgbClr val="64748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9C494F-54AE-45B2-B186-8BEB39D3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81300"/>
            <a:ext cx="1047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6CF1F9-B3D2-4E2B-9FB5-E8096B91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479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fetch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D7ABA2-1F7A-4E11-BD03-D74D0014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52750"/>
            <a:ext cx="552450" cy="0"/>
          </a:xfrm>
          <a:prstGeom xmlns:a="http://schemas.openxmlformats.org/drawingml/2006/main" prst="line">
            <a:avLst/>
          </a:prstGeom>
          <a:ln xmlns:a="http://schemas.openxmlformats.org/drawingml/2006/main" w="21908">
            <a:solidFill>
              <a:srgbClr val="6474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909550-4E10-4AA1-902F-03696CB1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81300"/>
            <a:ext cx="1047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DCA42-F5D5-4724-92A6-446A56BC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479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uses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04A438-CF26-4FDB-88E8-58D764EA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52750"/>
            <a:ext cx="552450" cy="0"/>
          </a:xfrm>
          <a:prstGeom xmlns:a="http://schemas.openxmlformats.org/drawingml/2006/main" prst="line">
            <a:avLst/>
          </a:prstGeom>
          <a:ln xmlns:a="http://schemas.openxmlformats.org/drawingml/2006/main" w="21908">
            <a:solidFill>
              <a:srgbClr val="64748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07DAB3-19BD-49F4-B08C-902613C0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81300"/>
            <a:ext cx="1047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F18DFC-7E9A-4A26-B2A2-47E58AFB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4797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reads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793B2B-DB5B-4993-AEA9-BF98A56C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91100"/>
            <a:ext cx="2571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806ABF-798B-43CB-9F55-1CB10276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Entry point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302FB4-4BE2-49A1-AB11-DE6C0670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2305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main.py keeps compatibility: uvicorn main:app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3BE86C-E7EA-4E8C-AEE0-7FDFF3F3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91100"/>
            <a:ext cx="2571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F10A43-975C-403D-BE30-E1A8D5D0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08635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Validation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45B654-631B-4EFF-B4F5-CB16C2D2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353050"/>
            <a:ext cx="2305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scripts/validate_tasks.py checks schema, duplicates, media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3BD6C8-E5C4-4947-B61D-51099DDE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91100"/>
            <a:ext cx="2571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2272F6-4A90-4F0B-BE3B-50CBAF2C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8635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Parsers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C700CA-93F1-4800-B96D-D2B49932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353050"/>
            <a:ext cx="2305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tasks/source/7|8|9/parser.py generates tasks.json in the new format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AF88AC-6057-4321-86C9-334861D5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991100"/>
            <a:ext cx="17907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FB6603-B0DB-4E8C-AEAB-1B30D5B6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0863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Next step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CD74A7-3009-4689-8FB0-03793D94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3530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Ready for auth/progress: users and task_attempts can be added next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65981B-E865-4FA3-BF13-869DA957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116330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B9CCE4-CDE9-4D22-91DD-D1CD1D6A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00775"/>
            <a:ext cx="10706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Flow: student selects a task -&gt; frontend posts to /check -&gt; backend adds task/media context -&gt; LLM returns a hint</a:t>
            </a:r>
          </a:p>
        </p:txBody>
      </p:sp>
    </p:spTree>
    <p:extLst>
      <p:ext uri="{BB962C8B-B14F-4D97-AF65-F5344CB8AC3E}">
        <p14:creationId xmlns:p14="http://schemas.microsoft.com/office/powerpoint/2010/main" val="972653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2026-06-17T21:54:14.6270000Z</dcterms:created>
  <dcterms:modified xsi:type="dcterms:W3CDTF">2026-06-17T21:54:14.6270000Z</dcterms:modified>
</coreProperties>
</file>